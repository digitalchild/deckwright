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5" r:id="rId7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latin typeface="Manrope Medium"/>
              </a:rPr>
              <a:t>Brand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Manrope"/>
              </a:rPr>
              <a:t>Use one accent colour. Mark a few key words with **double asterisks**.</a:t>
            </a:r>
          </a:p>
          <a:p>
            <a:r>
              <a:rPr sz="1800" b="0">
                <a:latin typeface="Manrope"/>
              </a:rPr>
              <a:t>Keep card titles under 10 words.</a:t>
            </a:r>
          </a:p>
          <a:p>
            <a:r>
              <a:rPr sz="1800" b="0">
                <a:latin typeface="Manrope"/>
              </a:rPr>
              <a:t>Vary layouts. Do not put every section on the same text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103120"/>
            <a:ext cx="1051560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5400" b="0">
                <a:solidFill>
                  <a:srgbClr val="FFFFFF"/>
                </a:solidFill>
                <a:latin typeface="Manrope Medium"/>
              </a:rPr>
              <a:t>A clear title with a </a:t>
            </a:r>
            <a:r>
              <a:rPr sz="5400" b="0">
                <a:solidFill>
                  <a:schemeClr val="accent1"/>
                </a:solidFill>
                <a:latin typeface="Manrope Medium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CED6"/>
                </a:solidFill>
                <a:latin typeface="Manrope"/>
              </a:rPr>
              <a:t>Subtitle or event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9CED6"/>
                </a:solidFill>
                <a:latin typeface="Manrope"/>
              </a:rPr>
              <a:t>Presenter name</a:t>
            </a:r>
          </a:p>
          <a:p>
            <a:r>
              <a:rPr sz="1600" b="0">
                <a:solidFill>
                  <a:srgbClr val="C9CED6"/>
                </a:solidFill>
                <a:latin typeface="Manrope"/>
              </a:rPr>
              <a:t>Company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F6FEB"/>
                </a:solidFill>
                <a:latin typeface="Manrope Medium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0">
                <a:latin typeface="Manrope Medium"/>
              </a:rPr>
              <a:t>Section </a:t>
            </a:r>
            <a:r>
              <a:rPr sz="4800" b="0">
                <a:solidFill>
                  <a:schemeClr val="accent1"/>
                </a:solidFill>
                <a:latin typeface="Manrope Medium"/>
              </a:rPr>
              <a:t>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B6270"/>
                </a:solidFill>
                <a:latin typeface="Manrope"/>
              </a:rPr>
              <a:t>One short line that frames the section.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400" b="0">
                <a:latin typeface="Manrope Medium"/>
              </a:rPr>
              <a:t>One sentence that carries the </a:t>
            </a:r>
            <a:r>
              <a:rPr sz="4400" b="0">
                <a:solidFill>
                  <a:schemeClr val="accent1"/>
                </a:solidFill>
                <a:latin typeface="Manrope Medium"/>
              </a:rPr>
              <a:t>key message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>
                <a:latin typeface="Manrope Medium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097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2F6FEB"/>
                </a:solidFill>
                <a:latin typeface="Manrope Medium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097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Manrope"/>
              </a:rPr>
              <a:t>Opening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286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2F6FEB"/>
                </a:solidFill>
                <a:latin typeface="Manrope Medium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2860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Manrope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474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2F6FEB"/>
                </a:solidFill>
                <a:latin typeface="Manrope Medium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4747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Manrope"/>
              </a:rP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663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2F6FEB"/>
                </a:solidFill>
                <a:latin typeface="Manrope Medium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663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Manrope"/>
              </a:rPr>
              <a:t>Next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latin typeface="Manrope Medium"/>
              </a:rPr>
              <a:t>Title and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82296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Manrope"/>
              </a:rPr>
              <a:t>A short paragraph that explains one idea. Keep it under sixty words so the audience can read it while you speak.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Manrope Medium"/>
              </a:rPr>
              <a:t>Point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822960"/>
            <a:ext cx="6492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Manrope"/>
              </a:rPr>
              <a:t>One or two short sentences that support the point on this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Manrope Medium"/>
              </a:rPr>
              <a:t>Point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560320"/>
            <a:ext cx="6492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Manrope"/>
              </a:rPr>
              <a:t>One or two short sentences that support the point on this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Manrope Medium"/>
              </a:rPr>
              <a:t>Point three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297680"/>
            <a:ext cx="6492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Manrope"/>
              </a:rPr>
              <a:t>One or two short sentences that support the point on this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latin typeface="Manrope Medium"/>
              </a:rPr>
              <a:t>Three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32378" cy="384048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837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Manrope Medium"/>
              </a:rPr>
              <a:t>First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278373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Manrope"/>
              </a:rPr>
              <a:t>One or two short sentences that support the point on this slide.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658" y="2011680"/>
            <a:ext cx="3332378" cy="384048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3978" y="2286000"/>
            <a:ext cx="27837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Manrope Medium"/>
              </a:rPr>
              <a:t>Second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3978" y="3474720"/>
            <a:ext cx="278373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Manrope"/>
              </a:rPr>
              <a:t>One or two short sentences that support the point on this slide.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2011680"/>
            <a:ext cx="3332378" cy="384048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02116" y="2286000"/>
            <a:ext cx="27837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Manrope Medium"/>
              </a:rPr>
              <a:t>Third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2116" y="3474720"/>
            <a:ext cx="278373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Manrope"/>
              </a:rPr>
              <a:t>One or two short sentences that support the point on this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latin typeface="Manrope Medium"/>
              </a:rPr>
              <a:t>Text with an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Manrope"/>
              </a:rPr>
              <a:t>One or two short sentences that support the point on this slide.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731520"/>
            <a:ext cx="5394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5212080" cy="51206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731520"/>
            <a:ext cx="52120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63040"/>
            <a:ext cx="7315200" cy="27432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16000" b="0">
                <a:solidFill>
                  <a:srgbClr val="2F6FEB"/>
                </a:solidFill>
                <a:latin typeface="Manrope Medium"/>
              </a:rPr>
              <a:t>48%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31089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Manrope"/>
              </a:rPr>
              <a:t>of teams use the template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latin typeface="Manrope Medium"/>
              </a:rPr>
              <a:t>Three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0">
                <a:solidFill>
                  <a:srgbClr val="2F6FEB"/>
                </a:solidFill>
                <a:latin typeface="Manrope Medium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Manrope"/>
              </a:rPr>
              <a:t>new layouts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3774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0">
                <a:solidFill>
                  <a:srgbClr val="2F6FEB"/>
                </a:solidFill>
                <a:latin typeface="Manrope Medium"/>
              </a:rPr>
              <a:t>3x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931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Manrope"/>
              </a:rPr>
              <a:t>faster decks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3774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0">
                <a:solidFill>
                  <a:srgbClr val="2F6FEB"/>
                </a:solidFill>
                <a:latin typeface="Manrope Medium"/>
              </a:rPr>
              <a:t>99%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3931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latin typeface="Manrope"/>
              </a:rPr>
              <a:t>on brand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latin typeface="Manrope Medium"/>
              </a:rPr>
              <a:t>Bar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B6270"/>
                </a:solidFill>
                <a:latin typeface="Manrope"/>
              </a:rPr>
              <a:t>Share of teams, in percent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3755029" cy="914400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14949" y="25603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>
                <a:solidFill>
                  <a:srgbClr val="FFFFFF"/>
                </a:solidFill>
                <a:latin typeface="Manrope Medium"/>
              </a:rPr>
              <a:t>35%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11880"/>
            <a:ext cx="8582924" cy="914400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42844" y="37947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>
                <a:solidFill>
                  <a:srgbClr val="FFFFFF"/>
                </a:solidFill>
                <a:latin typeface="Manrope Medium"/>
              </a:rPr>
              <a:t>80%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846320"/>
            <a:ext cx="5900760" cy="914400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60680" y="50292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>
                <a:solidFill>
                  <a:srgbClr val="FFFFFF"/>
                </a:solidFill>
                <a:latin typeface="Manrope Medium"/>
              </a:rPr>
              <a:t>55%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0" b="0">
                <a:solidFill>
                  <a:srgbClr val="2F6FEB"/>
                </a:solidFill>
                <a:latin typeface="Manrope Medium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latin typeface="Manrope Medium"/>
              </a:rPr>
              <a:t>A short quote from a customer or an expert goes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B6270"/>
                </a:solidFill>
                <a:latin typeface="Manrope"/>
              </a:rPr>
              <a:t>Name, Role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latin typeface="Manrope Medium"/>
              </a:rPr>
              <a:t>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154680"/>
            <a:ext cx="10728655" cy="54864"/>
          </a:xfrm>
          <a:prstGeom prst="rect">
            <a:avLst/>
          </a:prstGeom>
          <a:solidFill>
            <a:srgbClr val="A9C6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3017520"/>
            <a:ext cx="329184" cy="329184"/>
          </a:xfrm>
          <a:prstGeom prst="ellipse">
            <a:avLst/>
          </a:prstGeom>
          <a:solidFill>
            <a:srgbClr val="2F6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4992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Manrope Medium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24992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Manrope"/>
              </a:rPr>
              <a:t>A short milestone.</a:t>
            </a:r>
          </a:p>
        </p:txBody>
      </p:sp>
      <p:sp>
        <p:nvSpPr>
          <p:cNvPr id="8" name="Oval 7"/>
          <p:cNvSpPr/>
          <p:nvPr/>
        </p:nvSpPr>
        <p:spPr>
          <a:xfrm>
            <a:off x="3413683" y="3017520"/>
            <a:ext cx="329184" cy="329184"/>
          </a:xfrm>
          <a:prstGeom prst="ellipse">
            <a:avLst/>
          </a:prstGeom>
          <a:solidFill>
            <a:srgbClr val="2F6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3683" y="2194560"/>
            <a:ext cx="24992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Manrope Medium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3657600"/>
            <a:ext cx="24992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Manrope"/>
              </a:rPr>
              <a:t>A short milestone.</a:t>
            </a:r>
          </a:p>
        </p:txBody>
      </p:sp>
      <p:sp>
        <p:nvSpPr>
          <p:cNvPr id="11" name="Oval 10"/>
          <p:cNvSpPr/>
          <p:nvPr/>
        </p:nvSpPr>
        <p:spPr>
          <a:xfrm>
            <a:off x="6095847" y="3017520"/>
            <a:ext cx="329184" cy="329184"/>
          </a:xfrm>
          <a:prstGeom prst="ellipse">
            <a:avLst/>
          </a:prstGeom>
          <a:solidFill>
            <a:srgbClr val="2F6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5847" y="2194560"/>
            <a:ext cx="24992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Manrope Medium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3657600"/>
            <a:ext cx="24992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Manrope"/>
              </a:rPr>
              <a:t>A short milestone.</a:t>
            </a:r>
          </a:p>
        </p:txBody>
      </p:sp>
      <p:sp>
        <p:nvSpPr>
          <p:cNvPr id="14" name="Oval 13"/>
          <p:cNvSpPr/>
          <p:nvPr/>
        </p:nvSpPr>
        <p:spPr>
          <a:xfrm>
            <a:off x="8778011" y="3017520"/>
            <a:ext cx="329184" cy="329184"/>
          </a:xfrm>
          <a:prstGeom prst="ellipse">
            <a:avLst/>
          </a:prstGeom>
          <a:solidFill>
            <a:srgbClr val="2F6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011" y="2194560"/>
            <a:ext cx="24992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Manrope Medium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011" y="3657600"/>
            <a:ext cx="24992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Manrope"/>
              </a:rPr>
              <a:t>A short milestone.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latin typeface="Manrope Medium"/>
              </a:rPr>
              <a:t>Code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B6270"/>
                </a:solidFill>
                <a:latin typeface="Manrope"/>
              </a:rPr>
              <a:t>What the code does, in one 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731520"/>
            <a:ext cx="6309360" cy="5212080"/>
          </a:xfrm>
          <a:prstGeom prst="roundRect">
            <a:avLst/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0" y="8686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9CED6"/>
                </a:solidFill>
                <a:latin typeface="Geist Mono SemiBold"/>
              </a:rPr>
              <a:t>example.js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463040"/>
            <a:ext cx="548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D8590"/>
                </a:solidFill>
                <a:latin typeface="Geist Mono SemiBold"/>
              </a:rPr>
              <a:t>01</a:t>
            </a:r>
          </a:p>
          <a:p>
            <a:r>
              <a:rPr sz="1400" b="0">
                <a:solidFill>
                  <a:srgbClr val="7D8590"/>
                </a:solidFill>
                <a:latin typeface="Geist Mono SemiBold"/>
              </a:rPr>
              <a:t>02</a:t>
            </a:r>
          </a:p>
          <a:p>
            <a:r>
              <a:rPr sz="1400" b="0">
                <a:solidFill>
                  <a:srgbClr val="7D8590"/>
                </a:solidFill>
                <a:latin typeface="Geist Mono SemiBol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Geist Mono SemiBold"/>
              </a:rPr>
              <a:t>function greet(name) {</a:t>
            </a:r>
          </a:p>
          <a:p>
            <a:r>
              <a:rPr sz="1400" b="0">
                <a:solidFill>
                  <a:srgbClr val="FFFFFF"/>
                </a:solidFill>
                <a:latin typeface="Geist Mono SemiBold"/>
              </a:rPr>
              <a:t>  return `Hello, ${name}`;</a:t>
            </a:r>
          </a:p>
          <a:p>
            <a:r>
              <a:rPr sz="1400" b="0">
                <a:solidFill>
                  <a:srgbClr val="FFFFFF"/>
                </a:solidFill>
                <a:latin typeface="Geist Mono SemiBold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3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1072865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  <a:latin typeface="Manrope Medium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328"/>
      </a:dk1>
      <a:lt1>
        <a:srgbClr val="FFFFFF"/>
      </a:lt1>
      <a:dk2>
        <a:srgbClr val="0B2A66"/>
      </a:dk2>
      <a:lt2>
        <a:srgbClr val="F2F3F5"/>
      </a:lt2>
      <a:accent1>
        <a:srgbClr val="2F6FEB"/>
      </a:accent1>
      <a:accent2>
        <a:srgbClr val="EAF1FE"/>
      </a:accent2>
      <a:accent3>
        <a:srgbClr val="D3E2FD"/>
      </a:accent3>
      <a:accent4>
        <a:srgbClr val="A9C6FB"/>
      </a:accent4>
      <a:accent5>
        <a:srgbClr val="1A4DB3"/>
      </a:accent5>
      <a:accent6>
        <a:srgbClr val="0B2A66"/>
      </a:accent6>
      <a:hlink>
        <a:srgbClr val="0000FF"/>
      </a:hlink>
      <a:folHlink>
        <a:srgbClr val="800080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